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7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iss-logo-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411480"/>
            <a:ext cx="3657600" cy="1691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2331720"/>
            <a:ext cx="6400800" cy="3657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450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International Syphilis Symposium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AB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Webinar Series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26080" y="35204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26080" y="3520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#1  ·  26 March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Global Syphilis Control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internationalsyphilissymposium.com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iss-logo-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91440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2AB8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SERIES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5303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ISS Webinar Series?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0" y="1170432"/>
            <a:ext cx="2743200" cy="3657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2984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8D8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free quarterly webinar series bringing together leading clinicians, academics, public health agencies,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8D8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 community organisations to advance global syphilis control.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2176272"/>
            <a:ext cx="2606040" cy="2423160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1480" y="2176272"/>
            <a:ext cx="2606040" cy="91440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25880" y="2359152"/>
            <a:ext cx="777240" cy="77724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/home/claude/icon_microscop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7320" y="2450592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3246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76072" y="363016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8D8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cutting-edge syphilis research from high- and low-income settings worldwide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27832" y="2176272"/>
            <a:ext cx="2606040" cy="2423160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227832" y="2176272"/>
            <a:ext cx="2606040" cy="91440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142232" y="2359152"/>
            <a:ext cx="777240" cy="77724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/home/claude/icon_glob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33672" y="2450592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64992" y="3246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Global Reach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392424" y="363016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8D8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clinicians, academics, and public health agencies across continents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044184" y="2176272"/>
            <a:ext cx="2606040" cy="2423160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044184" y="2176272"/>
            <a:ext cx="2606040" cy="91440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958584" y="2359152"/>
            <a:ext cx="777240" cy="77724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3" descr="/home/claude/icon_peopl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50024" y="2450592"/>
            <a:ext cx="594360" cy="5943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81344" y="3246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208776" y="363016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8D8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clinical, academic, and community organisations in the fight against syphilis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internationalsyphilissymposium.com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iss-logo-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91440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COMMITTEE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0" y="1115568"/>
            <a:ext cx="1828800" cy="3657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4632" y="1325880"/>
            <a:ext cx="1188720" cy="1188720"/>
          </a:xfrm>
          <a:prstGeom prst="ellipse">
            <a:avLst/>
          </a:prstGeom>
          <a:solidFill>
            <a:srgbClr val="1A8A94"/>
          </a:solidFill>
          <a:ln w="254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michaelmark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" y="1325880"/>
            <a:ext cx="1188720" cy="118872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2624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Michael Marks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2990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Committee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20040" y="32095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School of Hygiene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Tropical Medicine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633472" y="1325880"/>
            <a:ext cx="1188720" cy="1188720"/>
          </a:xfrm>
          <a:prstGeom prst="ellipse">
            <a:avLst/>
          </a:prstGeom>
          <a:solidFill>
            <a:srgbClr val="1A8A94"/>
          </a:solidFill>
          <a:ln w="254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kellyhawley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33472" y="1325880"/>
            <a:ext cx="1188720" cy="118872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68880" y="2624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Kelly Hawley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468880" y="2990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Committee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2468880" y="32095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Connecticut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782312" y="1325880"/>
            <a:ext cx="1188720" cy="1188720"/>
          </a:xfrm>
          <a:prstGeom prst="ellipse">
            <a:avLst/>
          </a:prstGeom>
          <a:solidFill>
            <a:srgbClr val="1A8A94"/>
          </a:solidFill>
          <a:ln w="254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nicolelieberma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82312" y="1325880"/>
            <a:ext cx="1188720" cy="1188720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17720" y="2624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Nicole Lieberman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617720" y="2990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Committee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617720" y="32095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931152" y="1325880"/>
            <a:ext cx="1188720" cy="1188720"/>
          </a:xfrm>
          <a:prstGeom prst="ellipse">
            <a:avLst/>
          </a:prstGeom>
          <a:solidFill>
            <a:srgbClr val="1A8A94"/>
          </a:solidFill>
          <a:ln w="254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lisafrigati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31152" y="1325880"/>
            <a:ext cx="1188720" cy="118872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0" y="2624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Lisa Frigati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766560" y="2990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Committee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6766560" y="32095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Stellenbosch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internationalsyphilissymposium.com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iss-logo-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91440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WEBINAR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Speakers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0" y="1115568"/>
            <a:ext cx="1828800" cy="3657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March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1207008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109728" cy="1207008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3232" y="2066544"/>
            <a:ext cx="822960" cy="82296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206654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91640" y="196596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 Marks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1640" y="231343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School of Hygiene &amp; Tropical Medicine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91640" y="260604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Talk: </a:t>
            </a:r>
            <a:r>
              <a:rPr lang="en-US" sz="1050" dirty="0" err="1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</a:t>
            </a: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penicillin treatment in Pregnancy - the STOP Trial</a:t>
            </a:r>
          </a:p>
        </p:txBody>
      </p:sp>
      <p:sp>
        <p:nvSpPr>
          <p:cNvPr id="16" name="Shape 13"/>
          <p:cNvSpPr/>
          <p:nvPr/>
        </p:nvSpPr>
        <p:spPr>
          <a:xfrm>
            <a:off x="457200" y="3264408"/>
            <a:ext cx="8229600" cy="1207008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264408"/>
            <a:ext cx="109728" cy="1207008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3232" y="3456432"/>
            <a:ext cx="822960" cy="82296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3232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91640" y="335584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Luciana Garcia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691640" y="37033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CONICET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691640" y="399592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Talk: Recent Research Findings on Syphilis in Children and Adolescents in Buenos Aires</a:t>
            </a:r>
          </a:p>
        </p:txBody>
      </p:sp>
      <p:sp>
        <p:nvSpPr>
          <p:cNvPr id="23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internationalsyphilissymposium.com  ·  26 March 2026  ·  15:00 UTC</a:t>
            </a:r>
            <a:endParaRPr lang="en-US" sz="900" dirty="0"/>
          </a:p>
        </p:txBody>
      </p:sp>
      <p:pic>
        <p:nvPicPr>
          <p:cNvPr id="25" name="Image 1" descr="/home/claude/michaelmarks.png">
            <a:extLst>
              <a:ext uri="{FF2B5EF4-FFF2-40B4-BE49-F238E27FC236}">
                <a16:creationId xmlns:a16="http://schemas.microsoft.com/office/drawing/2014/main" id="{90DA18AA-9BC4-AC89-8624-972AEF84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3232" y="2070061"/>
            <a:ext cx="822960" cy="822960"/>
          </a:xfrm>
          <a:prstGeom prst="ellipse">
            <a:avLst/>
          </a:prstGeom>
        </p:spPr>
      </p:pic>
      <p:pic>
        <p:nvPicPr>
          <p:cNvPr id="27" name="Picture 26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C3BADC59-5731-E4EC-373C-70EC04A7DF2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467883"/>
            <a:ext cx="824400" cy="823779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iss-logo-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91440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THE SESSION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Today's Webinar Works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200400" y="1115568"/>
            <a:ext cx="2743200" cy="3657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1325880"/>
            <a:ext cx="4023360" cy="1444752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1480" y="1325880"/>
            <a:ext cx="4023360" cy="8229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6072" y="1527048"/>
            <a:ext cx="502920" cy="50292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6072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6072" y="203911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speaker will present for 20–25 minutes, followed by a short Q&amp;A discussion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45152" y="1325880"/>
            <a:ext cx="4023360" cy="1444752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45152" y="1325880"/>
            <a:ext cx="4023360" cy="8229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9744" y="1527048"/>
            <a:ext cx="502920" cy="50292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09744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22392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9744" y="203911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Q&amp;A function in Zoom to submit your questions — please don't use the chat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2944368"/>
            <a:ext cx="4023360" cy="1444752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11480" y="2944368"/>
            <a:ext cx="4023360" cy="8229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6072" y="3145536"/>
            <a:ext cx="502920" cy="50292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6072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88720" y="3127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Recordings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6072" y="36576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webinar will be recorded and made available on our website within one week of the event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45152" y="2944368"/>
            <a:ext cx="4023360" cy="1444752"/>
          </a:xfrm>
          <a:prstGeom prst="rect">
            <a:avLst/>
          </a:prstGeom>
          <a:solidFill>
            <a:srgbClr val="122636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45152" y="2944368"/>
            <a:ext cx="4023360" cy="82296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809744" y="3145536"/>
            <a:ext cx="502920" cy="502920"/>
          </a:xfrm>
          <a:prstGeom prst="ellipse">
            <a:avLst/>
          </a:prstGeom>
          <a:solidFill>
            <a:srgbClr val="1A8A94"/>
          </a:solidFill>
          <a:ln w="1905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09744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22392" y="31272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09744" y="36576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internationalsyphilissymposium.com for recordings, upcoming sessions, and more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internationalsyphilissymposium.com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iss-logo-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91440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4864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the Date —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ISS Webinar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3200400" cy="1417320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Month 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762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Day ]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2770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Year 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0" y="18288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Webinar Title 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31920" y="224942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Brief description of the upcoming session — topics, themes, relevance ]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31920" y="29992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Time ]  ·  Free to attend  ·  Delivered via Zoom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3840480" cy="548640"/>
          </a:xfrm>
          <a:prstGeom prst="rect">
            <a:avLst/>
          </a:prstGeom>
          <a:solidFill>
            <a:srgbClr val="2AB8C4"/>
          </a:solidFill>
          <a:ln w="12700">
            <a:solidFill>
              <a:srgbClr val="2A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3429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internationalsyphilissymposium.com →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today's webinar!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8A94"/>
          </a:solidFill>
          <a:ln w="12700">
            <a:solidFill>
              <a:srgbClr val="1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internationalsyphilissymposium.com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346</Words>
  <Application>Microsoft Macintosh PowerPoint</Application>
  <PresentationFormat>On-screen Show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Webinar Series</dc:title>
  <dc:subject>PptxGenJS Presentation</dc:subject>
  <dc:creator>PptxGenJS</dc:creator>
  <cp:lastModifiedBy>Michael Marks</cp:lastModifiedBy>
  <cp:revision>2</cp:revision>
  <dcterms:created xsi:type="dcterms:W3CDTF">2026-02-27T07:56:03Z</dcterms:created>
  <dcterms:modified xsi:type="dcterms:W3CDTF">2026-02-27T08:07:52Z</dcterms:modified>
</cp:coreProperties>
</file>